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0D8A9C-AA22-4F86-88B9-784D7C9420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FA7D58B-40B8-4970-BFD7-51D4CA21D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47210FD-2859-40F3-8AFB-EB8214F68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05024-1D7D-4BDE-B030-B84AB196946C}" type="datetimeFigureOut">
              <a:rPr lang="ko-KR" altLang="en-US" smtClean="0"/>
              <a:t>2026-02-16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1ACFC45-48F5-4CA8-A294-BA72BB7A4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DD5419C-2298-4A6A-86DC-2411A6350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67F86-F432-48C9-973F-C65B9BEE3A3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05149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1FFAF8-1B31-4075-A784-628FFAA8F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3F166BD-011B-4106-B35F-15526344D4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D8F8490-8856-4D28-B1C3-1D069B5694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05024-1D7D-4BDE-B030-B84AB196946C}" type="datetimeFigureOut">
              <a:rPr lang="ko-KR" altLang="en-US" smtClean="0"/>
              <a:t>2026-02-16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4A0932D-BFC3-4A10-8830-0C941EF17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A1228F0-9A13-48D4-8E82-20ECF8BD2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67F86-F432-48C9-973F-C65B9BEE3A3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37887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04C785-19F5-4928-8AD5-17D3D38154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AF989F8-3D26-4F25-9FD3-BF16A4E2C1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3E978FC-5C60-405A-93B5-696DD7547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05024-1D7D-4BDE-B030-B84AB196946C}" type="datetimeFigureOut">
              <a:rPr lang="ko-KR" altLang="en-US" smtClean="0"/>
              <a:t>2026-02-16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16B785C-7F79-4184-BAC7-4788E9DBDA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DA88684-81FE-4735-9137-52B2A5B6C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67F86-F432-48C9-973F-C65B9BEE3A3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64927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C32E58-9A3B-4C5D-B727-1501C7389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009C1F2-6BD1-406E-9E84-F0CEBD24B7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0E0F36B-17BD-4B55-9C0E-9BDC2C2798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F4A1DB6-5D2E-436B-BC83-C0E0252443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05024-1D7D-4BDE-B030-B84AB196946C}" type="datetimeFigureOut">
              <a:rPr lang="ko-KR" altLang="en-US" smtClean="0"/>
              <a:t>2026-02-16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EB8E5F2-31E4-4E25-83E7-7D00F70E0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C91DA40-42CF-4C23-87EF-5DD313EE1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67F86-F432-48C9-973F-C65B9BEE3A3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55035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5B3DDE-1A21-46D5-9EBC-03BCF3D4A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3E42302-F85B-4CAD-B7B2-AA32449D20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AA4C391-B28A-48A8-8F98-EDB820C3B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F7A9A82-A626-42A3-9EA5-384C8A144A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F0C0685-E47A-4471-BE9C-9AB0914017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CA68F4C-AF2B-427A-86F0-8F9A0A43C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05024-1D7D-4BDE-B030-B84AB196946C}" type="datetimeFigureOut">
              <a:rPr lang="ko-KR" altLang="en-US" smtClean="0"/>
              <a:t>2026-02-16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1D40617-BF37-49A1-813F-5DE4E7ACE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6E335ED-AE99-499A-A1BF-FF68D54AF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67F86-F432-48C9-973F-C65B9BEE3A3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87424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1BD62A-5DFD-4490-B252-90A5AA147F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D3203BB-7A8E-431B-A4DC-2684AA019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05024-1D7D-4BDE-B030-B84AB196946C}" type="datetimeFigureOut">
              <a:rPr lang="ko-KR" altLang="en-US" smtClean="0"/>
              <a:t>2026-02-16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B7B3A42-8787-4E62-A893-6ED091E87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CA8810C-A916-4808-AF95-A8D0C3A45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67F86-F432-48C9-973F-C65B9BEE3A3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42986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080129D-5B44-4E37-9178-930A59B65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05024-1D7D-4BDE-B030-B84AB196946C}" type="datetimeFigureOut">
              <a:rPr lang="ko-KR" altLang="en-US" smtClean="0"/>
              <a:t>2026-02-16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7405BA7-73F9-4CB4-B409-9C85DF264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35B17BB-BDC5-4E52-AFE7-DF803359D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67F86-F432-48C9-973F-C65B9BEE3A3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41912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5EDF4F-4553-422B-BEE7-C002A69C97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AED972A-8C9E-4AE5-A777-A113C4E545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A64B5E4-229D-4CFF-8018-B0D773AA7B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AF2B3E3-4D77-4CF9-AEF5-EA92BFFBD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05024-1D7D-4BDE-B030-B84AB196946C}" type="datetimeFigureOut">
              <a:rPr lang="ko-KR" altLang="en-US" smtClean="0"/>
              <a:t>2026-02-16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442F36D-B228-4247-B043-97366ED7F6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A1F0C5B-A254-4C24-AB6B-C10D384C8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67F86-F432-48C9-973F-C65B9BEE3A3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24340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302151-B52D-497C-81A9-EC0944B9A3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628A84B-17D7-463A-8EA3-58490BC574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D7EEAD4-EC84-4F70-996D-21FE1B0EA4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CB74C9A-9A83-4FC7-A98F-3C3132F86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05024-1D7D-4BDE-B030-B84AB196946C}" type="datetimeFigureOut">
              <a:rPr lang="ko-KR" altLang="en-US" smtClean="0"/>
              <a:t>2026-02-16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1C5AE01-1B40-4B70-B1F0-6381D8BC7F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CCE7046-E182-4C24-BC4F-8BBCB8393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67F86-F432-48C9-973F-C65B9BEE3A3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22900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68956F-A1D8-4961-89A2-956F7D1CB2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8887F32-8BF5-4458-B5DB-F81F04B6C1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FA1C3A5-C878-4C2F-AD62-CF6CA0E60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05024-1D7D-4BDE-B030-B84AB196946C}" type="datetimeFigureOut">
              <a:rPr lang="ko-KR" altLang="en-US" smtClean="0"/>
              <a:t>2026-02-16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A8461EF-3926-4A04-AD69-7B7AD0DF25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7603E97-6A88-4C3B-8BEC-F437A6E13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67F86-F432-48C9-973F-C65B9BEE3A3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04736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71DDE4A-320D-4584-AF80-FD66716949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55AD8C2-4E8C-437D-89BA-D15149487E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CD689A1-AFE2-466C-A32B-2B55209F3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05024-1D7D-4BDE-B030-B84AB196946C}" type="datetimeFigureOut">
              <a:rPr lang="ko-KR" altLang="en-US" smtClean="0"/>
              <a:t>2026-02-16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AAAC24D-248B-46E8-BDE4-21A65269CC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3400FA8-2374-496F-8498-7442C9082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67F86-F432-48C9-973F-C65B9BEE3A3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61517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546C1CD-1767-4EB0-9C8F-AC700FC35A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2F4D5EA-96A5-4E25-A27C-AB624CABD0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3DCAF2-FA5C-4ACE-9DFE-652757FB1D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005024-1D7D-4BDE-B030-B84AB196946C}" type="datetimeFigureOut">
              <a:rPr lang="ko-KR" altLang="en-US" smtClean="0"/>
              <a:t>2026-02-16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11D07D6-1026-4E9D-8D71-D64DD5885D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C6D2718-4170-4EE6-AD47-C3705C7E6E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867F86-F432-48C9-973F-C65B9BEE3A3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10349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0D9E60AD-9E5A-476A-B350-8768DE9AD8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465" y="91754"/>
            <a:ext cx="7706801" cy="4591691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106E3BEF-8151-4932-B5AE-6677CC45E6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9902" y="2462077"/>
            <a:ext cx="3905795" cy="1933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19312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</TotalTime>
  <Words>0</Words>
  <Application>Microsoft Office PowerPoint</Application>
  <PresentationFormat>와이드스크린</PresentationFormat>
  <Paragraphs>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주영 박</dc:creator>
  <cp:lastModifiedBy>주영 박</cp:lastModifiedBy>
  <cp:revision>3</cp:revision>
  <dcterms:created xsi:type="dcterms:W3CDTF">2026-02-16T03:39:38Z</dcterms:created>
  <dcterms:modified xsi:type="dcterms:W3CDTF">2026-02-16T06:31:51Z</dcterms:modified>
</cp:coreProperties>
</file>